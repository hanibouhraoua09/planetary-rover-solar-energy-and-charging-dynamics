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858000" cy="68580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182880"/>
            <a:ext cx="2926080" cy="2926080"/>
          </a:xfrm>
          <a:prstGeom prst="ellipse">
            <a:avLst/>
          </a:prstGeom>
          <a:solidFill>
            <a:srgbClr val="E8A33D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ASSIGNMENT D1-V7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Planetary Rover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EB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Energy and Charging Dynamics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in PDDL and PDDL+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 Bouhraoua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8314923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AI4Ro2 — Artificial Intelligence for Robotics 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 and how we model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solar rover explores a graph of locations.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consumes battery; sun zones recharge it.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visit every location, never run out.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exploration vs energy recovery.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Modelling choices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types only: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rover, location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at, connected, solar-zone, visited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battery-level, move-cost, charge-rate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move-cost (consume) vs charge-rate (generate)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371600"/>
            <a:ext cx="5257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481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map — directional graph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2743200"/>
            <a:ext cx="2011680" cy="0"/>
          </a:xfrm>
          <a:prstGeom prst="line">
            <a:avLst/>
          </a:prstGeom>
          <a:noFill/>
          <a:ln w="2794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241280" y="3108960"/>
            <a:ext cx="0" cy="1097280"/>
          </a:xfrm>
          <a:prstGeom prst="line">
            <a:avLst/>
          </a:prstGeom>
          <a:noFill/>
          <a:ln w="2794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7863840" y="4572000"/>
            <a:ext cx="2011680" cy="0"/>
          </a:xfrm>
          <a:prstGeom prst="line">
            <a:avLst/>
          </a:prstGeom>
          <a:noFill/>
          <a:ln w="2794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0" cy="109728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7818120" y="3063240"/>
            <a:ext cx="2103120" cy="1188720"/>
          </a:xfrm>
          <a:prstGeom prst="line">
            <a:avLst/>
          </a:prstGeom>
          <a:noFill/>
          <a:ln w="27940">
            <a:solidFill>
              <a:srgbClr val="C62828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50608" y="2395728"/>
            <a:ext cx="694944" cy="694944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2395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893808" y="2395728"/>
            <a:ext cx="694944" cy="694944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93808" y="2395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93808" y="4224528"/>
            <a:ext cx="694944" cy="694944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3808" y="42245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150608" y="4224528"/>
            <a:ext cx="694944" cy="694944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42245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5212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B, C = solar zones   ·   B→D (red) = decoy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(both Q): visit every location.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CLASSICAL PDDL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Recharge as an action; energy drives the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3200400"/>
          </a:xfrm>
          <a:prstGeom prst="rect">
            <a:avLst/>
          </a:prstGeom>
          <a:solidFill>
            <a:srgbClr val="1B25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27048"/>
            <a:ext cx="479145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 energy is a hard constraint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(:action move ...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:precondition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(&gt;= (battery-level ?r)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(move-cost ?from ?to))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:effect (decrease (battery-level ?r)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(move-cost ?from ?to)) ...)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(:action recharge ...   ; only at a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(solar-zone ?l) ...)  ; sun zone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97880" y="1417320"/>
            <a:ext cx="57332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97880" y="1417320"/>
            <a:ext cx="5733288" cy="42062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435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A — battery 50 — OPTIONAL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0" y="1920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A→B→C→D  ·  no recharge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50→40→30→20. Planner skips recharge — not needed.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3794760"/>
            <a:ext cx="57332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0" y="3794760"/>
            <a:ext cx="5733288" cy="4206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3813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B — battery 25 — NECESSARY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35040" y="42976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A→B→C · recharge C · move C→D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25→15→5→(+25)30→20. Recharge forced, or stuck at C.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domain, one number changed (50 → 25) → energy genuinely influences planning.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PDDL+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Recharge becomes a process; nightfall an event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91640" cy="5120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77440" y="14173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chooses  ·  e.g. </a:t>
            </a:r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1691640" cy="5120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2082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202082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world, continuous  ·  e.g. </a:t>
            </a:r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1691640" cy="5120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2432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6243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world, instant  ·  e.g. </a:t>
            </a:r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nightfall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1417320"/>
            <a:ext cx="5733288" cy="3611880"/>
          </a:xfrm>
          <a:prstGeom prst="rect">
            <a:avLst/>
          </a:prstGeom>
          <a:solidFill>
            <a:srgbClr val="1B25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1527048"/>
            <a:ext cx="5404104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 continuous: rate x elapsed time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(:process charging ...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:precondition (and (at ?r ?l)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(solar-zone ?l) (daytime) ...)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:effect (increase (battery-level ?r)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(* #t (charge-rate ?l))))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 the sun goes down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(:event nightfall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:precondition (and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(&gt;= (time-of-day) 100) (daytime))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:effect (not (daytime)))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120640" cy="169164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520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link:  </a:t>
            </a:r>
            <a:pPr indent="0" marL="0">
              <a:buNone/>
            </a:pPr>
            <a:r>
              <a:rPr lang="en-US" sz="12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nightfall flips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(daytime)</a:t>
            </a:r>
            <a:pPr indent="0" marL="0">
              <a:buNone/>
            </a:pPr>
            <a:r>
              <a:rPr lang="en-US" sz="12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charging's precondition fails → it stops instantly. No explicit link between them — they coordinate through shared state.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97880" y="5166360"/>
            <a:ext cx="5733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rates rescaled (0.2 / 0.5): per-tick, not one-shot jumps like Q1 (15 / 25).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cases: timing decides feasibility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825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645920"/>
                <a:gridCol w="623620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time-of-day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easy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moves, no charging — process unused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tight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(B+C) → valid 47-tick plan, NOT time-optimal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fastzone-only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21 ticks left → forced into OPTIMAL 20-tick plan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infeasible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15 ticks left → nightfall blocks goal → UNSOLVABLE 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— tight (charging shows as waiting gaps):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526280"/>
            <a:ext cx="11082528" cy="1051560"/>
          </a:xfrm>
          <a:prstGeom prst="rect">
            <a:avLst/>
          </a:prstGeom>
          <a:solidFill>
            <a:srgbClr val="1B25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4636008"/>
            <a:ext cx="10753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    (move rover1 locA locB)        0:    --waiting-- [45.0]   ; charge B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45.0: (move rover1 locB locC)        45.0: --waiting-- [47.0]   ; charge C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47.0: (move rover1 locC locD)        Elapsed Time: 47.0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models teach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Discrete vs continuous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action = instant jump: simple, but no physics.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process = battery rises over time: faithful, shows how long to wait.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PDDL+ guarantees validity, not optimality (tight 47 vs fastzone 20).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417320"/>
            <a:ext cx="55046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under uncertainty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MDP: uncertain action outcomes, known state.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POMDP: noisy sensors → belief over states (real rovers).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Robust: plan for worst case. Not used — PDDL+ has no probabilities; deterministic model already shows the lesson.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82528" cy="182880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50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Optional extension — durative movement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travel take time (5 ticks/move). ENHSP doesn't support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:durative-action</a:t>
            </a:r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duration is modelled the PDDL+ way: a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start-move</a:t>
            </a:r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action + a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</a:t>
            </a:r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timer process + an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arrive</a:t>
            </a:r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event. Result: every feasibility boundary shifts earlier — travel eats the daylight budget — but the lesson is unchanged.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5943600" cy="5943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2743200" cy="2743200"/>
          </a:xfrm>
          <a:prstGeom prst="ellipse">
            <a:avLst/>
          </a:prstGeom>
          <a:solidFill>
            <a:srgbClr val="E8A33D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two models demonstrate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pPr indent="0" marL="0">
              <a:buNone/>
            </a:pPr>
            <a:r>
              <a:rPr lang="en-US" sz="16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energy as a hard numeric constraint: changing battery 50→25 forces the planner to recharge.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pPr indent="0" marL="0">
              <a:buNone/>
            </a:pPr>
            <a:r>
              <a:rPr lang="en-US" sz="16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continuous charging (process) + automatic nightfall (event): timing decides feasibility — 47 → 20 ticks → unsolvable, by changing only the start time.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indent="0" marL="0"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ENHSP — the planner for numeric + PDDL+ (processes &amp; events).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Planetary Rover - PDDL / PDDL+</dc:title>
  <dc:subject>PptxGenJS Presentation</dc:subject>
  <dc:creator>Hani Bouhraoua</dc:creator>
  <cp:lastModifiedBy>Hani Bouhraoua</cp:lastModifiedBy>
  <cp:revision>1</cp:revision>
  <dcterms:created xsi:type="dcterms:W3CDTF">2026-06-09T14:33:27Z</dcterms:created>
  <dcterms:modified xsi:type="dcterms:W3CDTF">2026-06-09T14:33:27Z</dcterms:modified>
</cp:coreProperties>
</file>